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61116d3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f61116d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f61116d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f61116d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f61116d3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f61116d3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f61116d3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f61116d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f61116d3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f61116d3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Parking Lot Management Application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by: Adrian Knight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896350" y="3626725"/>
            <a:ext cx="33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Project Option 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9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goals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</a:t>
            </a:r>
            <a:r>
              <a:rPr lang="en"/>
              <a:t>initialization</a:t>
            </a:r>
            <a:r>
              <a:rPr lang="en"/>
              <a:t> with just N 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 designated slots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Assign slot physical size (small, large, oversize)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 smaller vehicles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Consider restrict to certain vehicles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Vehicle entry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Vehicle exit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 modifying slot sizes as we </a:t>
            </a:r>
            <a:r>
              <a:rPr lang="en"/>
              <a:t>initialize</a:t>
            </a:r>
            <a:r>
              <a:rPr lang="en"/>
              <a:t> with just a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View all slots and </a:t>
            </a:r>
            <a:r>
              <a:rPr lang="en"/>
              <a:t>their</a:t>
            </a:r>
            <a:r>
              <a:rPr lang="en"/>
              <a:t> 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 all vehicles and their status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Terminal text interface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plan Min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Staying close to the description to not get lost over engineering I aimed for a </a:t>
            </a:r>
            <a:r>
              <a:rPr lang="en"/>
              <a:t>prototype</a:t>
            </a:r>
            <a:r>
              <a:rPr lang="en"/>
              <a:t> implementation first starting from class ParkingLot to represent the application controller and provide most of the logic. From my couse in Java concurrency, I want to keep more logic in controller as the slots and vehicles could be represented as result of transactions if needed.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Entities: 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ParkingLot - controller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Slot (parking slot) - class to define if action possible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Vehicle (Vehicle/driver)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VehicleSize enum was created to represent the different spaces and allows ordering so slots can accept smaller sized vehicles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Files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Org.example - Project root defines the abstract classes (ParkingLot, Slot, Vehicle) and has the terminal application in Main.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min/ - my implementation of the abstract classes at a minimum as well as the VehicleSize enum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test/java/MinParking/BaseTest - The testing file which covers the ParkingLot methods and Slot methods.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ParkingLot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Constructor(int slots) - defaults to N large car slots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enterSlot(slot, vehicle) - check slot availability and mark slot at taken. Also prevents duplicate driver ids from taking multiple spaces.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exitSlot(slot, vehicle) - Allows the occupying vehicle to remove itself from the parking slot. This allows in future to add the vehicle to a record of interactions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getSlot(slot) - read a slot’s status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getSlots() - read all slots’ statuses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aimed my tests at using each method of class ParkingLot and Slot. But I do most testing through manual application use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